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8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optional depth for Lecture 7 Round 3. Use it if the class asks "but why is it actually slower?"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thesis early, then spend the deck proving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note the 500 microseconds figure. Every cross-shard argument in this deck reduces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them to say "index". Then push: what IS an index, physically?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in InnoDB the clustered index IS the table. There is no separate heap of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embedding cost. Students think denormalisation is free; it is a write-side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transition: the schema choice is nearly irrelevant on one machine. It becomes decisive the moment you shard.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the per-machine work is identical. The new cost is entirely the gap between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they leave knowing sharding is not uniformly slower. Only cross-shard operations 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sentence in the deck. Say it slowly and let them write 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invent two-phase commit themselves. Most classes get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back: this is the same payment-succeeded-but-no-order problem, now at the storage layer instead of the service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1 is the answer to the original question. If they remember one thing, make it co-location by shard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expect these to be wildly different. Showing how similar they are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lab time, run both live. Seeing the page counts makes this deck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97280"/>
            <a:ext cx="3291840" cy="457200"/>
          </a:xfrm>
          <a:prstGeom prst="roundRect">
            <a:avLst>
              <a:gd name="adj" fmla="val 44000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LECTURE 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Sharding Does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Machine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order, two shards. This time we follow it down to pages, RAM and disk —</a:t>
            </a:r>
            <a:endParaRPr lang="en-US" sz="175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7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see exactly why a join across machines is a different kind of animal.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and MongoDB, side by side, at the physical level.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 Left Open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7, Round 3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 Jaipur orders from a restaurant in Delhi. The user sits on shard 2, the restaurant on shard 4. Show the order page with both — and deduct payment while creating the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4984" y="2587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said then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4984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do not cross machines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do not cross machines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Denormalise, or co-locate with the shard key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3EEF5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9944" y="2587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explain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9944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join is cheap on one machine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"the data is on another machine" costs physically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CPU, RAM and disk actually spend the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48056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617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to test today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983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on one machine is memory access. A join across machines is network access. Everything else in this deck follows from the gap between those two numbers.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Table That Matters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below is really a decision about which row of this table you land 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9728" cy="6583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 and L1 cache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6916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comparisons, pointer chasing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0" y="16916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245059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450592"/>
            <a:ext cx="109728" cy="6583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4505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 (RAM)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4505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pool lives here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0" y="245059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320954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209544"/>
            <a:ext cx="10972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2095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16 KB page from RAM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20954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cached index page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320954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µs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77240" y="3968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968496"/>
            <a:ext cx="109728" cy="65836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16 KB page from SSD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968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pool miss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39684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µs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47274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4727448"/>
            <a:ext cx="109728" cy="658368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47274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round trip, same datacentre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7274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another shard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47274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µs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548640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" y="5486400"/>
            <a:ext cx="109728" cy="658368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5486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round trip, across India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5486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this in a query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9760" y="5486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hop costs roughly five thousand times a RAM access. Sharding does not slow the database down — it moves work from row two to row five.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47472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sharding, the order page ran one SQL query joining three tables, and it returned in about 2 milliseconds — on a table with 50 million rows.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Fifty million rows, three tables,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milliseconds. How?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clearly did not read 50 million rows. So what did it read?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MySQL (InnoDB) Actually Stores a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a B+ tree, and the leaves are the rows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09160" y="146304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006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091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page  (16 KB)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0" y="22860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H="1">
            <a:off x="3703320" y="1920240"/>
            <a:ext cx="2103120" cy="347472"/>
          </a:xfrm>
          <a:prstGeom prst="line">
            <a:avLst/>
          </a:prstGeom>
          <a:noFill/>
          <a:ln w="2032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22860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1920240"/>
            <a:ext cx="274320" cy="347472"/>
          </a:xfrm>
          <a:prstGeom prst="line">
            <a:avLst/>
          </a:prstGeom>
          <a:noFill/>
          <a:ln w="2032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22860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920240"/>
            <a:ext cx="2651760" cy="347472"/>
          </a:xfrm>
          <a:prstGeom prst="line">
            <a:avLst/>
          </a:prstGeom>
          <a:noFill/>
          <a:ln w="2032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3040" y="31546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EF6F7"/>
          </a:solidFill>
          <a:ln w="15240">
            <a:solidFill>
              <a:srgbClr val="0061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16 KB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6304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full rows,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primary key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86200" y="31546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EF6F7"/>
          </a:solidFill>
          <a:ln w="15240">
            <a:solidFill>
              <a:srgbClr val="0061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8620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16 KB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full rows,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primary key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EF6F7"/>
          </a:solidFill>
          <a:ln w="15240">
            <a:solidFill>
              <a:srgbClr val="0061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16 KB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full rows,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primary key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32520" y="315468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EF6F7"/>
          </a:solidFill>
          <a:ln w="15240">
            <a:solidFill>
              <a:srgbClr val="0061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3252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16 KB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3252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full rows,</a:t>
            </a:r>
            <a:endParaRPr lang="en-US" sz="9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primary key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only 3 to 4 levels even at 50 million rows — that is why a lookup is a handful of page reads, not a scan.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470916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4984" y="4873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pool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14984" y="5257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of RAM holding recently used pages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70–80% of the machine’s memory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hit costs microseconds; a miss costs an SSD read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70916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9944" y="4873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indexes cost two lookups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9944" y="5257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on phone_number stores phone → primary key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second walk down the clustered tree for the row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covering indexes are worth knowing about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MongoDB (WiredTiger) Stores the Same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keyed by _id, whose leaves hold whole documents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09160" y="146304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3A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091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page (~4 KB)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EAF7EF"/>
          </a:solidFill>
          <a:ln w="1524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~32 KB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_id, user, total,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 ... ],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restaurant: { name,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}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flipH="1">
            <a:off x="3383280" y="1920240"/>
            <a:ext cx="2423160" cy="347472"/>
          </a:xfrm>
          <a:prstGeom prst="line">
            <a:avLst/>
          </a:prstGeom>
          <a:noFill/>
          <a:ln w="20320">
            <a:solidFill>
              <a:srgbClr val="13AA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0" y="22860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EAF7EF"/>
          </a:solidFill>
          <a:ln w="1524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~32 KB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9496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_id, user, total,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 ... ],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restaurant: { name,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} 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1920240"/>
            <a:ext cx="777240" cy="347472"/>
          </a:xfrm>
          <a:prstGeom prst="line">
            <a:avLst/>
          </a:prstGeom>
          <a:noFill/>
          <a:ln w="20320">
            <a:solidFill>
              <a:srgbClr val="13AA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22860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EAF7EF"/>
          </a:solidFill>
          <a:ln w="1524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~32 KB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_id, user, total,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[ ... ],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restaurant: { name,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} 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920240"/>
            <a:ext cx="3977640" cy="347472"/>
          </a:xfrm>
          <a:prstGeom prst="line">
            <a:avLst/>
          </a:prstGeom>
          <a:noFill/>
          <a:ln w="20320">
            <a:solidFill>
              <a:srgbClr val="13AA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entity sits contiguously in one page. Reading the order also reads its items and its restaurant snapshot — no second lookup, no join.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3891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EAF7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4984" y="45537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WiredTiger cache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4984" y="4937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buffer pool, different name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about half of RAM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compressed on disk, decompressed in cache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 is CPU work you pay on every miss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43891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9944" y="45537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of embedding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9944" y="4937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 gets everything the screen needs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restaurant name is now stored in every order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restaurant and you update many documents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traded write cost and space for read locality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Order Page, One Machine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page reads, not the lines of code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006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normalised, three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orders tree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21488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752344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7523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users tree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27523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55848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3558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restaurants tree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33558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59352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39593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in memory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39593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46304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13A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1463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embedded, one document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2148840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21488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_id tree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84080" y="21488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2752344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27523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document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84080" y="27523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355848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33558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and restaurant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84080" y="33558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959352"/>
            <a:ext cx="5212080" cy="512064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39593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 needed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84080" y="39593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470916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9728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machine, the difference is small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519379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cached page reads versus three. Both are microseconds of RAM access. This is why MySQL joins feel free on a single server — and why nobody worries about normalisation until the data no longer fits on one box.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47472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user is on shard 2 and the restaurant is on shard 4. Same query, same indexes, same amount of data — just spread over two machines.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page reads became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page reads. So what got slower?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disks changed. Something between them did.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Got Slower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buffer pools that cannot see each other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 and shard 4 have separate RAM, separate disks and separate CPUs. There is no pointer from one buffer pool into the other. The only way across is a network round trip — the 500 microsecond row of our table.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1828800" cy="1463040"/>
          </a:xfrm>
          <a:prstGeom prst="roundRect">
            <a:avLst>
              <a:gd name="adj" fmla="val 375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join now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0" y="23774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006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buffer pool  ·  own disk  ·  own CPU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35204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006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buffer pool  ·  own disk  ·  own CPU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flipV="1">
            <a:off x="2651760" y="2816352"/>
            <a:ext cx="1143000" cy="502920"/>
          </a:xfrm>
          <a:prstGeom prst="line">
            <a:avLst/>
          </a:prstGeom>
          <a:noFill/>
          <a:ln w="2921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24871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µs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51760" y="3337560"/>
            <a:ext cx="1143000" cy="621792"/>
          </a:xfrm>
          <a:prstGeom prst="line">
            <a:avLst/>
          </a:prstGeom>
          <a:noFill/>
          <a:ln w="29210">
            <a:solidFill>
              <a:srgbClr val="E8A3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40416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µs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2377440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DF0EE"/>
          </a:solidFill>
          <a:ln w="16510">
            <a:solidFill>
              <a:srgbClr val="A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bill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 network round trips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21240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Serialise and parse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 both ends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Join in app heap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21240" y="3611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DB engine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5528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21240" y="3977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shard wins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2 ms became roughly 4 to 6 ms — and the join logic moved out of a database engine written in C into your application code.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521208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EAF5EF"/>
          </a:solidFill>
          <a:ln w="1651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52120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compensation nobody mentions:  four shards give you four buffer pools. A 50 million row table that thrashed one machine’s RAM now sits as four 12.5 million row slices, each comfortably cached. Single-shard queries usually get FASTER after sharding.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Problem in MongoDB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plumbing, identical physics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hides the routing behind mongos, so the code looks the same. The packets do not care. A query that needs data from two shards still crosses the network twice — mongos just does the merging instead of your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EAF7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4984" y="2587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mongos does for you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4984" y="29718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the shard key and picks the shard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out when the key is absent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and sorts the partial results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rebalancing invisibly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242316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54296" y="2587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do for you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54296" y="29718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round trips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cross-shard $lookup cheap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shard key that scatters your queries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 a free cross-shard transaction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42316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84464" y="2587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still usually wins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84464" y="29718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 mean fewer joins exist at all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page needs one shard, not three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in the schema, not the engine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do the same in MySQL by denormalising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 across sharded collections is supported in recent versions, but it is exactly the scatter-gather you were trying to avoid. Most teams design so it is never needed.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summary: MongoDB does not make cross-shard joins fast. It makes them unnecessary, by encouraging you to store the entity together in the first place.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47472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was the easy half. Now you must deduct ₹450 from the wallet on shard 2 and insert the order row on shard 4 — and either both happen or neither does.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machines, one guarantee.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would you even attempt it?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each machine have to promise, and when could it safely let go?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Commit — and Why It Is Avoided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works. That is not the same as being a good idea.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337560" cy="1874520"/>
          </a:xfrm>
          <a:prstGeom prst="roundRect">
            <a:avLst>
              <a:gd name="adj" fmla="val 34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40487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asks both shards: can you commit this? Each writes the change durably and locks the rows.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337560" cy="1874520"/>
          </a:xfrm>
          <a:prstGeom prst="roundRect">
            <a:avLst>
              <a:gd name="adj" fmla="val 341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40487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shards reply yes. They are now holding locks and waiting, unable to decide alone.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508760"/>
            <a:ext cx="3337560" cy="1874520"/>
          </a:xfrm>
          <a:prstGeom prst="roundRect">
            <a:avLst>
              <a:gd name="adj" fmla="val 3415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0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011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40487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tells both to commit. Two more messages, then the locks release.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61188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4984" y="3776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4984" y="41605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 trips instead of one local commit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held across the network the whole time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collapses under contention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coordinator dies mid-way, both shards block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9944" y="3776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both databases offer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41605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XA transactions, rarely used at scale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multi-document transactions across shards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 roughly this protocol underneath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correct, and both are slow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systems do instead: place the wallet and the order on the same shard so it stays one local transaction — or split it into events with retries and idempotency, exactly as in Lecture 2.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Do You Actually Do?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moves, in the order you should try them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938528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 with the shard key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37360" y="20848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orders and wallets by user_id. The user’s order and the user’s wallet now live on the same machine. One local transaction, no 2PC, no cross-shard join.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33558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 what you display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37360" y="350215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snapshot of the restaurant name and address inside the order. The order page needs one shard. Accept that a rename must update many rows.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51560" y="47731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events for the rest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37360" y="491947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genuinely spans shards becomes a published event with retries and idempotency, and is allowed to settle a second later.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585216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8521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all three change the DATA, not the database. Switching engines would not have saved you from any of this.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and MongoDB at the Physical Level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vocabulary, same hardware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WiredTiger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359152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359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unit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2359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pages, B+ tree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0" y="23591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KB leaf pages, B+ tree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843784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843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layout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8437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index — leaves are rows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437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stored contiguously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328416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3284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cache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33284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pool, ~70–80% of RAM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0" y="3328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WiredTiger cache, ~50% of RAM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813048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3813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0" y="38130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by default — CPU cost on miss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4297680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 primary key → second walk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4297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 record id → document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782312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47823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4782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log, fsync at commit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782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checkpoints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5266944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51560" y="5266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Cross-shard join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23360" y="52669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does 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80960" y="52669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 merges, still costly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5751576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51560" y="57515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Cross-shard transaction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0" y="57515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 two-phase commit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680960" y="57515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transaction, also 2PC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0233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InnoDB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8096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WiredTiger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B+ trees on pages, cached in RAM, backed by a write-ahead log. The difference that matters is not the engine — it is whether your entity fits in one page.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sentences worth memorising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7373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on one machine is memory access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B+ tree pages, microseconds, done by the engine in 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450592"/>
            <a:ext cx="10607040" cy="77724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633472"/>
            <a:ext cx="402336" cy="402336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54203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across machines is network access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28620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500 microseconds per hop, done by your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06070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529584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529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438144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gives you N buffer pools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375818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Single-shard queries usually get faster. Only cross-shard ones pay.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242816"/>
            <a:ext cx="10607040" cy="77724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425696"/>
            <a:ext cx="402336" cy="402336"/>
          </a:xfrm>
          <a:prstGeom prst="ellipse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425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4334256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Cross-shard transactions need two-phase commit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46542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slow, and it holds locks across the network.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138928"/>
            <a:ext cx="106070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532180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321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523036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always the data, never the engine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00200" y="555040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 by shard key, denormalise what you display, use events for the rest.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run EXPLAIN on a join in MySQL and explain() in MongoDB. Both will tell you exactly how many pages they touched.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2368</Words>
  <Application>Microsoft Macintosh PowerPoint</Application>
  <PresentationFormat>Widescreen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2</cp:revision>
  <dcterms:created xsi:type="dcterms:W3CDTF">2026-09-08T09:00:29Z</dcterms:created>
  <dcterms:modified xsi:type="dcterms:W3CDTF">2026-09-08T09:27:49Z</dcterms:modified>
</cp:coreProperties>
</file>