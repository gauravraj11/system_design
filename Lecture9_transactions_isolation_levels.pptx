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33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TRANSACTIONS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Isolation Levels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ACID Properties and Concurrency Control in MySQL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 →  Live Practical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Transaction, Really?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20824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0756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75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— Atomicity &amp; Consistency in Practice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73405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7340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Isolation Matters (Hint: It's Not Just Banking)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33924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924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Real-World Scenarios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995928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40507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50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Setup — the Joint Account Table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47091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7091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Isolation Levels, Live — Two Laptops, One Database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5312664"/>
            <a:ext cx="11091672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5367528"/>
            <a:ext cx="56692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48640" y="536752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53675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Cheat Sheet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Transaction,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48132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is NOT just about money.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299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what happens the moment more than one user touches the SAME row of data at the SAME time.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question is not “what table am I in” — it's: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two people read or write this SAME row at the SAME time — and if so, what does each of them get to see?”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260146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4956048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85232"/>
            <a:ext cx="2601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8708" y="4892040"/>
            <a:ext cx="260146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78708" y="4956048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🐦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78708" y="5285232"/>
            <a:ext cx="2601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4892040"/>
            <a:ext cx="260146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08776" y="4956048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✈️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5285232"/>
            <a:ext cx="2601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Booking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38844" y="4892040"/>
            <a:ext cx="260146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38844" y="4956048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38844" y="5285232"/>
            <a:ext cx="2601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dozens more — any time 2+ processes touch the same data at once.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ACID Properties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099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768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in a transaction succeed together, or none of them apply at all.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36392"/>
            <a:ext cx="4768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SEE THIS NEXT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31636" y="141732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51676" y="17099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51676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74636" y="1764792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2514600"/>
            <a:ext cx="4768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always moves the database from one valid state to another valid state.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3136392"/>
            <a:ext cx="4768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SEE THIS NEXT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0873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42232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4768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shouldn't interfere with each other's intermediate work.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1636" y="379476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1676" y="40873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51676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74636" y="4142232"/>
            <a:ext cx="4037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551676" y="4892040"/>
            <a:ext cx="4768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transaction is committed, it survives crashes, restarts and power loss.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 in Practice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Transferring ₹500 from Account A to Account 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32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Debit Account A: balance − 500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7492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03520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532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Account B: balance + 500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408676" cy="960120"/>
          </a:xfrm>
          <a:prstGeom prst="roundRect">
            <a:avLst>
              <a:gd name="adj" fmla="val 9524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42900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steps succeed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76472"/>
            <a:ext cx="4997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— both changes are saved permanently together.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3337560"/>
            <a:ext cx="5408676" cy="960120"/>
          </a:xfrm>
          <a:prstGeom prst="roundRect">
            <a:avLst>
              <a:gd name="adj" fmla="val 9524"/>
            </a:avLst>
          </a:prstGeom>
          <a:solidFill>
            <a:srgbClr val="FBEAEA"/>
          </a:solidFill>
          <a:ln w="1524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60236" y="342900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Step 2 fails (e.g. Account B closed)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3776472"/>
            <a:ext cx="4997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— Step 1's debit is undone too. Account A goes back to its original balance.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466344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- 500 WHERE id = 1;   -- Account 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+ 500 WHERE id = 2;   -- Account B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if both ran fine:      COMMIT;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if anything went wrong: ROLLBACK;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in Practice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STATE → VALID STATE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total money in the bank must stay the same before and after any transfer.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27151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TRANSFER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33472"/>
            <a:ext cx="47228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A: ₹1000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B: ₹500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186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₹1500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68796" y="2194560"/>
            <a:ext cx="5271516" cy="1417320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43116" y="23317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 sends ₹200 to B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43116" y="2633472"/>
            <a:ext cx="47228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A: ₹800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B: ₹700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43116" y="32186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₹1500  ✅ consistent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0" cy="82296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BEAEA"/>
          </a:solidFill>
          <a:ln w="1524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8404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Invalid case: a bug tries to let Account A go to −₹100 (overdraw). A CHECK constraint blocks the UPDATE — the transaction is rejected, and the database never enters an invalid state.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accounts ADD CONSTRAINT chk_balance CHECK (balance &gt;= 0);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- 1100 WHERE id = 1;  -- ❌ rejected: violates CHECK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Isolation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two people can read or write the SAME row at the SAME time, you're no longer in a single-user world.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109167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9728" cy="704088"/>
          </a:xfrm>
          <a:prstGeom prst="roundRect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514600"/>
            <a:ext cx="7159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another transaction's changes before it even commits.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109167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09728" cy="704088"/>
          </a:xfrm>
          <a:prstGeom prst="roundRect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3355848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355848"/>
            <a:ext cx="7159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writers overwrite each other, and one update silently disappears.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1109167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109728" cy="704088"/>
          </a:xfrm>
          <a:prstGeom prst="roundRect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197096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197096"/>
            <a:ext cx="7159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query gives a different answer twice, within one transaction. Due to commit change of other transaction.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1109167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109728" cy="704088"/>
          </a:xfrm>
          <a:prstGeom prst="roundRect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038344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Totals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5038344"/>
            <a:ext cx="7159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(SUM, COUNT) don't add up because rows changed mid-calculation.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97103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5971032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= the rulebook that decides what one unfinished transaction is allowed to reveal to another.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Just Banking — Four Real Scenarios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0992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Bank Account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spouses both try to withdraw from the same shared balance at the same moment.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41732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51676" y="170992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51676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🐦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74636" y="1783080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Post Edit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246888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devices logged into the same account edit or like the same post at once.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40873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60520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/ Movie Seat Booking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4632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try to book the very last seat at the exact same second.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31636" y="379476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51676" y="40873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51676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74636" y="4160520"/>
            <a:ext cx="4037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Flash Sale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484632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buyers hit “Buy” on the last 5 units of a flash-sale item.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HANDS-ON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Joint Bank Account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watch exactly what each isolation level does — step by step — across two separate laptops sharing one database.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A         🗄️  Shared Database         💻  Session B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Our Scenario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214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5544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017520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214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2560320"/>
            <a:ext cx="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86200" y="2560320"/>
            <a:ext cx="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3063240"/>
            <a:ext cx="24688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3063240"/>
            <a:ext cx="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0" y="3383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645920" y="3456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858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joint_account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laptops connect to the SAME database and will query / update the SAME row.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0" y="1554480"/>
            <a:ext cx="6519672" cy="333756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394960" y="1691640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ONCE (either session)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011680"/>
            <a:ext cx="5971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bank_demo;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bank_demo;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joint_account (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INT PRIMARY KEY,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   VARCHAR(50),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 INT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joint_account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'Ravi &amp; Sita', 1000);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20640" y="5029200"/>
            <a:ext cx="6519672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5240">
            <a:solidFill>
              <a:srgbClr val="D9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394960" y="502920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TWO terminal sessions — Session A and Session B — and run  USE bank_demo;  in both, before trying any isolation level.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READ UNCOMMITTED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C2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ALLOWS DIRTY READS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03120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27904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27904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not yet committed)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52688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52688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" y="1847088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212848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27904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BEAEA"/>
          </a:solidFill>
          <a:ln w="1778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37632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₹600  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52688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62416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₹600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31592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" y="2831592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212848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27904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37632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write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locked by 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52688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662416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16096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1792" y="3816096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03120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103120" y="3816096"/>
            <a:ext cx="308762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C0D6"/>
                </a:solidFill>
              </a:rPr>
              <a:t>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27904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437632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balance=600;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52688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62416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280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EAEA"/>
          </a:solidFill>
          <a:ln w="1524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22960" y="4828032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saw Session B's ₹600 balance BEFORE B ever committed. If B had rolled back, A acted on data that never really existed.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77240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READ UNCOMMITTED;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joint_account;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1636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3A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460236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60236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joint_account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balance = 600 WHERE id = 1;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 COMMIT yet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READ COMMITTED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F9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DIRTY READS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54680" y="1024128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154680" y="10241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NON-REPEATABLE READS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03120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27904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327904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not yet committed)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52688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552688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(B commits)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847088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" y="1847088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03120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212848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27904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37632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₹1000  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52688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BEAEA"/>
          </a:solidFill>
          <a:ln w="1778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62416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₹600  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831592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1792" y="2831592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3120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212848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27904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37632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write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locked by 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52688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662416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816096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1792" y="3816096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03120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103120" y="3816096"/>
            <a:ext cx="308762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C0D6"/>
                </a:solidFill>
              </a:rPr>
              <a:t>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27904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437632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balance=600;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52688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662416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8280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5240">
            <a:solidFill>
              <a:srgbClr val="D9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22960" y="4828032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dirty read — A didn't see B's uncommitted change. But within the SAME transaction, A's balance jumped from ₹1000 to ₹600 unexpectedly.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777240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READ COMMITTED;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joint_account;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31636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3A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460236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60236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joint_account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balance = 600 WHERE id = 1;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— REPEATABLE READ  (MySQL Default)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1F9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CONSISTENT SNAPSHOT ALL TXN LONG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03120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27904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27904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not yet committed)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52688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52688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(B commits)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" y="1847088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212848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27904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37632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₹1000  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52688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62416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₹1000  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31592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" y="2831592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212848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27904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37632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write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locked by 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52688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662416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16096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1792" y="3816096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03120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103120" y="3816096"/>
            <a:ext cx="308762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C0D6"/>
                </a:solidFill>
              </a:rPr>
              <a:t>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27904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437632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balance=600;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52688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62416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280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22960" y="4828032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freezes a consistent snapshot for A's whole transaction. B's committed ₹600 only becomes visible once A starts a NEW transaction.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77240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REPEATABLE READ;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joint_account;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1636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3A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460236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60236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joint_account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balance = 600 WHERE id = 1;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4 — SERIALIZABLE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STRICTEST — RUNS AS IF ONE-AT-A-TIME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03120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27904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27904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tries to write)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52688" y="1481328"/>
            <a:ext cx="3087624" cy="292608"/>
          </a:xfrm>
          <a:prstGeom prst="roundRect">
            <a:avLst>
              <a:gd name="adj" fmla="val 18750"/>
            </a:avLst>
          </a:prstGeom>
          <a:solidFill>
            <a:srgbClr val="E1E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52688" y="1481328"/>
            <a:ext cx="3087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(A commits, lock released)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47088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6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" y="1847088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03120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212848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 (takes a shared lock)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27904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37632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(txn still open)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lock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52688" y="1847088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62416" y="1847088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released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31592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" y="2831592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212848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27904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37632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is locked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Session 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52688" y="2831592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662416" y="2831592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value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16096"/>
            <a:ext cx="1417320" cy="893064"/>
          </a:xfrm>
          <a:prstGeom prst="roundRect">
            <a:avLst>
              <a:gd name="adj" fmla="val 8191"/>
            </a:avLst>
          </a:prstGeom>
          <a:solidFill>
            <a:srgbClr val="D97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1792" y="3816096"/>
            <a:ext cx="127101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03120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103120" y="3816096"/>
            <a:ext cx="308762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C0D6"/>
                </a:solidFill>
              </a:rPr>
              <a:t>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27904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3E0"/>
          </a:solidFill>
          <a:ln w="17780">
            <a:solidFill>
              <a:srgbClr val="D9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437632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5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balance=600;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5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BLOCKED — waits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52688" y="3816096"/>
            <a:ext cx="3087624" cy="89306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62416" y="3816096"/>
            <a:ext cx="2868168" cy="893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proceeds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280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7EBF9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22960" y="4828032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is forced to WAIT until A finishes. No conflict is even possible — the trade-off is lower concurrency (everything is slower).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77240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SERIALIZABLE;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joint_account;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1636" y="5504688"/>
            <a:ext cx="5408676" cy="1051560"/>
          </a:xfrm>
          <a:prstGeom prst="roundRect">
            <a:avLst>
              <a:gd name="adj" fmla="val 8696"/>
            </a:avLst>
          </a:prstGeom>
          <a:solidFill>
            <a:srgbClr val="3A2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460236" y="5596128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60236" y="5888736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joint_account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balance = 600 WHERE id = 1;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waits until A commits/rolls back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Levels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1554480"/>
            <a:ext cx="2599944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840480" y="1554480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0424" y="1554480"/>
            <a:ext cx="2599944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0424" y="1554480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40368" y="1554480"/>
            <a:ext cx="2599944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040368" y="1554480"/>
            <a:ext cx="2599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291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103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103120"/>
            <a:ext cx="2599944" cy="777240"/>
          </a:xfrm>
          <a:prstGeom prst="rect">
            <a:avLst/>
          </a:prstGeom>
          <a:solidFill>
            <a:srgbClr val="FBEAEA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77640" y="210312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0424" y="2103120"/>
            <a:ext cx="2599944" cy="777240"/>
          </a:xfrm>
          <a:prstGeom prst="rect">
            <a:avLst/>
          </a:prstGeom>
          <a:solidFill>
            <a:srgbClr val="FBEAEA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77584" y="210312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40368" y="2103120"/>
            <a:ext cx="2599944" cy="777240"/>
          </a:xfrm>
          <a:prstGeom prst="rect">
            <a:avLst/>
          </a:prstGeom>
          <a:solidFill>
            <a:srgbClr val="FBEAEA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77528" y="210312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329184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288036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977640" y="288036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0424" y="2880360"/>
            <a:ext cx="2599944" cy="777240"/>
          </a:xfrm>
          <a:prstGeom prst="rect">
            <a:avLst/>
          </a:prstGeom>
          <a:solidFill>
            <a:srgbClr val="FBEAEA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77584" y="288036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40368" y="2880360"/>
            <a:ext cx="2599944" cy="777240"/>
          </a:xfrm>
          <a:prstGeom prst="rect">
            <a:avLst/>
          </a:prstGeom>
          <a:solidFill>
            <a:srgbClr val="FBEAEA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177528" y="288036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3291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  (MySQL default)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40480" y="365760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977640" y="365760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0424" y="365760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577584" y="365760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40368" y="3657600"/>
            <a:ext cx="2599944" cy="777240"/>
          </a:xfrm>
          <a:prstGeom prst="rect">
            <a:avLst/>
          </a:prstGeom>
          <a:solidFill>
            <a:srgbClr val="FFF3E0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177528" y="365760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prevented*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329184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5800" y="4434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840480" y="443484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977640" y="443484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0424" y="443484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577584" y="443484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040368" y="4434840"/>
            <a:ext cx="2599944" cy="777240"/>
          </a:xfrm>
          <a:prstGeom prst="rect">
            <a:avLst/>
          </a:prstGeom>
          <a:solidFill>
            <a:srgbClr val="E9F7EF"/>
          </a:solidFill>
          <a:ln w="952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177528" y="4434840"/>
            <a:ext cx="2325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InnoDB's REPEATABLE READ also blocks most phantom reads via gap locking — stronger than the SQL standard requires.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58064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822960" y="58064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stronger isolation = fewer anomalies, but more locking and lower concurrency.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Commands Used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8191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isolation level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@@transaction_ISOLATION;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1636" y="141732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05956" y="158191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isolation level for this session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05956" y="205740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 ISOLATION LEVEL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UNCOMMITTED | READ COMMITTED |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REPEATABLE READ  | SERIALIZABLE;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82219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3657600"/>
            <a:ext cx="5408676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05956" y="382219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inspection commands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429768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ENGINE INNODB STATUS;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PROCESSLIST;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information_schema.INNODB_TRX;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• ACID • Isolation Levels • MySQL InnoDB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1721</Words>
  <Application>Microsoft Macintosh PowerPoint</Application>
  <PresentationFormat>Widescreen</PresentationFormat>
  <Paragraphs>348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3</cp:revision>
  <dcterms:created xsi:type="dcterms:W3CDTF">2026-09-14T09:04:37Z</dcterms:created>
  <dcterms:modified xsi:type="dcterms:W3CDTF">2026-09-14T17:47:33Z</dcterms:modified>
</cp:coreProperties>
</file>