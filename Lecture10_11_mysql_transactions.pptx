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 —  HANDS-ON PRACTICAL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&amp; Isolation Levels in MySQL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ACID Properties • Dirty Read vs Non-Repeatable Read • Isolation Behavior Across DBMS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MySQL  •  Mode: Two Concurrent Terminal Sessions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9994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Practically verify all four ACID properties using two concurrent MySQL sessions.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9572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95728"/>
            <a:ext cx="9994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distinguish Dirty Read from Non-Repeatable Read — with live, reproducible examples.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3697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36976"/>
            <a:ext cx="9994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test each of MySQL's four isolation levels using SET SESSION TRANSACTION.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7822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78224"/>
            <a:ext cx="9994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isolation-level support differs across MySQL, Oracle, PostgreSQL and SQL Server.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19472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1947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19472"/>
            <a:ext cx="9994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transaction syntax differences across major DBMS platforms.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Pre-Lab Setup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— EITHER SESSION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3383280"/>
          </a:xfrm>
          <a:prstGeom prst="roundRect">
            <a:avLst>
              <a:gd name="adj" fmla="val 243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73936"/>
            <a:ext cx="1063447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lab1_txn;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lab1_txn;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accounts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INT PRIMARY KEY,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   VARCHAR(50),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balance INT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accounts VALUES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'Account A', 1000),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(2, 'Account B', 500);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accounts ADD CONSTRAINT chk_balance CHECK (balance &gt;= 0);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16636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FF3E0"/>
          </a:solidFill>
          <a:ln w="15240">
            <a:solidFill>
              <a:srgbClr val="D972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663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Open TWO terminal windows now — label them Session A and Session B. Run  USE lab1_txn;  in BOTH before starting any exercise below.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setup:  SELECT * FROM accounts;   should show 2 rows (Account A = 1000, Account B = 500).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 — Testing ACID Properties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two concurrent MySQL sessions on the accounts table.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 — Atomicity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entirely in Session A. We'll force one statement to fail mid-transaction.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0253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13432"/>
            <a:ext cx="106344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- 500 WHERE id = 1;   -- OK: 1000 → 500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- 1000 WHERE id = 2;  -- ❌ ERROR: violates CHECK (balance&gt;=0)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accounts;   -- id 1 still shows 500 here (uncommitted, same session)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accounts;   -- id 1 back to 1000 — the FIRST update was undone too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BEA"/>
          </a:solidFill>
          <a:ln w="13970">
            <a:solidFill>
              <a:srgbClr val="D9720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31520" y="43891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Observation — balance of Account A after ROLLBACK: _______________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749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 takeaway: even though the FIRST update succeeded on its own, because the SECOND one failed, MySQL rolled BOTH back. A transaction is truly all-or-nothing.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— Consistency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MUST STAY CONSTANT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entirely in Session A. We check the SUM of all balances before, during and after.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260604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0253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13432"/>
            <a:ext cx="1063447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SUM(balance) FROM accounts;         -- note this total → should be 1500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- 200 WHERE id = 1;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+ 200 WHERE id = 2;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SUM(balance) FROM accounts;         -- still 1500, even mid-transaction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SUM(balance) FROM accounts;         -- still 1500, confirmed after commit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BEA"/>
          </a:solidFill>
          <a:ln w="13970">
            <a:solidFill>
              <a:srgbClr val="D9720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31520" y="46634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Observation — SUM(balance) at each of the 3 checkpoints: _______________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492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 takeaway: the transaction moved the database from one valid state to another — the total never became invalid, even momentarily.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— Isolation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D972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IN PART 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needs TWO active sessions working against the SAME row at the SAME time — which is exactly what Part B's Dirty Read and Non-Repeatable Read exercises do, step by step.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meanwhile — what isolation level is Session A currently on?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05993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EITHER SESSION: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70832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@@transaction_isolation;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answer should be:  REPEATABLE-READ   (MySQL's default — we'll test this properly in Part B.)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 — Durability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1E6F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= SURVIVES A RESTART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9105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01952"/>
            <a:ext cx="10634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balance + 100 WHERE id = 1;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exit;   -- close this terminal / session completely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3A2A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08376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MYSQL SERVER (proves it survives a full server restart):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19272"/>
            <a:ext cx="1063447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services restart mysql          -- macOS (Homebrew)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or: sudo service mysql restart    -- Linux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lab1_txn;  SELECT * FROM accounts;   -- is the +100 still there?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BEA"/>
          </a:solidFill>
          <a:ln w="13970">
            <a:solidFill>
              <a:srgbClr val="D9720C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31520" y="47091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Observation — Account A balance after server restart: _______________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3492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 takeaway: once COMMIT succeeds, the change is written to disk. It survives the session closing, and even a full server restart.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 — Clearing the Confusion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C23B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  vs  NON-REPEATABLE READ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feel similar: “the same query gives a different answer twice, in one transaction.” The real difference is whether the OTHER transaction had committed.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08676" cy="2651760"/>
          </a:xfrm>
          <a:prstGeom prst="roundRect">
            <a:avLst>
              <a:gd name="adj" fmla="val 3448"/>
            </a:avLst>
          </a:prstGeom>
          <a:solidFill>
            <a:srgbClr val="FBEAEA"/>
          </a:solidFill>
          <a:ln w="16510">
            <a:solidFill>
              <a:srgbClr val="C23B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5059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 READ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a value that is UNCOMMITTED. It may vanish forever if the other transaction rolls back.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4860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Risk: acting on data that may never truly exist in the database's history.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3484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Happens at:  READ UNCOMMITTED  only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1636" y="2286000"/>
            <a:ext cx="5408676" cy="2651760"/>
          </a:xfrm>
          <a:prstGeom prst="roundRect">
            <a:avLst>
              <a:gd name="adj" fmla="val 3448"/>
            </a:avLst>
          </a:prstGeom>
          <a:solidFill>
            <a:srgbClr val="FFF3E0"/>
          </a:solidFill>
          <a:ln w="16510">
            <a:solidFill>
              <a:srgbClr val="D972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5956" y="245059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5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NON-REPEATABLE READ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288036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a value that is COMMITTED and real — but it changed between two reads inside your own transaction.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05956" y="3794760"/>
            <a:ext cx="4860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Risk: your transaction's internal view of “truth” isn't stable — but the data itself is real.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443484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Happens at:  READ UNCOMMITTED &amp; READ COMMITTED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“Dirty” = data that might never really exist. “Non-repeatable” = data is real, it just changed on you.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 — Reproduce a Dirty Read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C23B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READ UNCOMMITTED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57400" y="1353312"/>
            <a:ext cx="3102864" cy="274320"/>
          </a:xfrm>
          <a:prstGeom prst="roundRect">
            <a:avLst>
              <a:gd name="adj" fmla="val 20000"/>
            </a:avLst>
          </a:prstGeom>
          <a:solidFill>
            <a:srgbClr val="E1E7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57400" y="1353312"/>
            <a:ext cx="310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97424" y="1353312"/>
            <a:ext cx="3102864" cy="274320"/>
          </a:xfrm>
          <a:prstGeom prst="roundRect">
            <a:avLst>
              <a:gd name="adj" fmla="val 20000"/>
            </a:avLst>
          </a:prstGeom>
          <a:solidFill>
            <a:srgbClr val="E1E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97424" y="1353312"/>
            <a:ext cx="310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(B not committed)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37448" y="1353312"/>
            <a:ext cx="3102864" cy="274320"/>
          </a:xfrm>
          <a:prstGeom prst="roundRect">
            <a:avLst>
              <a:gd name="adj" fmla="val 20000"/>
            </a:avLst>
          </a:prstGeom>
          <a:solidFill>
            <a:srgbClr val="E1E7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37448" y="1353312"/>
            <a:ext cx="310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700784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E6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" y="1700784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Session 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1700784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1700784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ISOLATION LEVEL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UNCOMMITTED;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 SELECT balance;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₹1000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97424" y="1700784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6510">
            <a:solidFill>
              <a:srgbClr val="C23B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88864" y="1700784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₹5000 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37448" y="1700784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28888" y="1700784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to ₹1000?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D972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" y="24871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Session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57400" y="2487168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57400" y="2487168"/>
            <a:ext cx="3102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C0D6"/>
                </a:solidFill>
              </a:rPr>
              <a:t>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97424" y="2487168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88864" y="2487168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balance=5000;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37448" y="2487168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28888" y="2487168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FFBEA"/>
          </a:solidFill>
          <a:ln w="13970">
            <a:solidFill>
              <a:srgbClr val="D9720C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— Step 2 value seen by A: __________   Step 3 value seen by A: __________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950208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FBEAEA"/>
          </a:solidFill>
          <a:ln w="15240">
            <a:solidFill>
              <a:srgbClr val="C23B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5020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 saw ₹5000 in Step 2, then B rolled back. That ₹5000 never truly existed — classic dirty read.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5408676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4745736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056632"/>
            <a:ext cx="49514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READ UNCOMMITTED;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accounts WHERE id=1;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repeat SELECT after each B step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31636" y="4617720"/>
            <a:ext cx="5408676" cy="1691640"/>
          </a:xfrm>
          <a:prstGeom prst="roundRect">
            <a:avLst>
              <a:gd name="adj" fmla="val 4865"/>
            </a:avLst>
          </a:prstGeom>
          <a:solidFill>
            <a:srgbClr val="3A2A1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60236" y="4745736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RUNS: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60236" y="5056632"/>
            <a:ext cx="49514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5000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 = 1;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pause here, then: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 — Reproduce a Non-Repeatable Read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972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READ COMMITTED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57400" y="1353312"/>
            <a:ext cx="3102864" cy="274320"/>
          </a:xfrm>
          <a:prstGeom prst="roundRect">
            <a:avLst>
              <a:gd name="adj" fmla="val 20000"/>
            </a:avLst>
          </a:prstGeom>
          <a:solidFill>
            <a:srgbClr val="E1E7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57400" y="1353312"/>
            <a:ext cx="310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97424" y="1353312"/>
            <a:ext cx="3102864" cy="274320"/>
          </a:xfrm>
          <a:prstGeom prst="roundRect">
            <a:avLst>
              <a:gd name="adj" fmla="val 20000"/>
            </a:avLst>
          </a:prstGeom>
          <a:solidFill>
            <a:srgbClr val="E1E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97424" y="1353312"/>
            <a:ext cx="310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(B not committed)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37448" y="1353312"/>
            <a:ext cx="3102864" cy="274320"/>
          </a:xfrm>
          <a:prstGeom prst="roundRect">
            <a:avLst>
              <a:gd name="adj" fmla="val 20000"/>
            </a:avLst>
          </a:prstGeom>
          <a:solidFill>
            <a:srgbClr val="E1E7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37448" y="1353312"/>
            <a:ext cx="310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(B commits)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700784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E6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" y="1700784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Session 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1700784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1700784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ISOLATION LEVEL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COMMITTED;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 SELECT balance;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 ₹1000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97424" y="1700784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88864" y="1700784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₹1000 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37448" y="1700784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6510">
            <a:solidFill>
              <a:srgbClr val="C23B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28888" y="1700784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balance; (again)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₹4000 ⚠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D972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" y="24871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Session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57400" y="2487168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57400" y="2487168"/>
            <a:ext cx="3102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C0D6"/>
                </a:solidFill>
              </a:rPr>
              <a:t>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97424" y="2487168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88864" y="2487168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TXN;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balance=4000;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37448" y="2487168"/>
            <a:ext cx="310286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28888" y="2487168"/>
            <a:ext cx="2919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FFBEA"/>
          </a:solidFill>
          <a:ln w="13970">
            <a:solidFill>
              <a:srgbClr val="D9720C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— Step 2 value seen by A: __________   Step 3 value seen by A: __________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950208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 w="15240">
            <a:solidFill>
              <a:srgbClr val="D972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3950208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dirty read this time (Step 2 stayed ₹1000). But once B committed, A's SAME transaction now sees a different, REAL value — non-repeatable read.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5408676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4745736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RUNS: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056632"/>
            <a:ext cx="49514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READ COMMITTED;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accounts WHERE id=1;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repeat SELECT after each B step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31636" y="4617720"/>
            <a:ext cx="5408676" cy="1691640"/>
          </a:xfrm>
          <a:prstGeom prst="roundRect">
            <a:avLst>
              <a:gd name="adj" fmla="val 4865"/>
            </a:avLst>
          </a:prstGeom>
          <a:solidFill>
            <a:srgbClr val="3A2A1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60236" y="4745736"/>
            <a:ext cx="4951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RUNS: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60236" y="5056632"/>
            <a:ext cx="49514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accounts SET balance = 4000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 = 1;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— Now Try REPEATABLE READ &amp; SERIALIZABLE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SAME two-session pattern above, just swapping the isolation level in Session A. Predict the result before you run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08676" cy="2011680"/>
          </a:xfrm>
          <a:prstGeom prst="roundRect">
            <a:avLst>
              <a:gd name="adj" fmla="val 4545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 READ  (MySQL default)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REPEATABLE READ;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accounts WHERE id=1;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after B commits, does A's SAME transaction see the new value?  Y / N — then verify.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5408676" cy="2011680"/>
          </a:xfrm>
          <a:prstGeom prst="roundRect">
            <a:avLst>
              <a:gd name="adj" fmla="val 4545"/>
            </a:avLst>
          </a:prstGeom>
          <a:solidFill>
            <a:srgbClr val="E7EBF9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0236" y="19659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SERIALIZABLE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77440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ISOLATION LEVEL SERIALIZABLE;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 FROM accounts WHERE id=1;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60236" y="3337560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what happens when Session B tries its UPDATE now, before A commits?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BEA"/>
          </a:solidFill>
          <a:ln w="13970">
            <a:solidFill>
              <a:srgbClr val="D9720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31520" y="406908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— REPEATABLE READ result: __________     SERIALIZABLE result: __________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7548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in SERIALIZABLE, Session B's UPDATE will physically hang / wait on your terminal — that's expected. Go back to Session A and COMMIT to release it.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— Dirty Read vs Non-Repeatable Read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508760"/>
            <a:ext cx="4174236" cy="502920"/>
          </a:xfrm>
          <a:prstGeom prst="rect">
            <a:avLst/>
          </a:prstGeom>
          <a:solidFill>
            <a:srgbClr val="C23B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50876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66076" y="1508760"/>
            <a:ext cx="4174236" cy="502920"/>
          </a:xfrm>
          <a:prstGeom prst="rect">
            <a:avLst/>
          </a:prstGeom>
          <a:solidFill>
            <a:srgbClr val="D972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66076" y="150876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743200" cy="777240"/>
          </a:xfrm>
          <a:prstGeom prst="rect">
            <a:avLst/>
          </a:prstGeom>
          <a:solidFill>
            <a:srgbClr val="1E2761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0116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read is...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41742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201168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Uncommitted (may vanish)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66076" y="2011680"/>
            <a:ext cx="41742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0668" y="201168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(real, permanent)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2743200" cy="777240"/>
          </a:xfrm>
          <a:prstGeom prst="rect">
            <a:avLst/>
          </a:prstGeom>
          <a:solidFill>
            <a:srgbClr val="1E2761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78892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91840" y="2788920"/>
            <a:ext cx="4174236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56432" y="278892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data that never existed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66076" y="2788920"/>
            <a:ext cx="4174236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0668" y="278892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view within one transaction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2743200" cy="777240"/>
          </a:xfrm>
          <a:prstGeom prst="rect">
            <a:avLst/>
          </a:prstGeom>
          <a:solidFill>
            <a:srgbClr val="1E2761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56616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at level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91840" y="3566160"/>
            <a:ext cx="41742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6432" y="356616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 only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66076" y="3566160"/>
            <a:ext cx="41742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0668" y="356616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 &amp; READ COMMITTED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2743200" cy="777240"/>
          </a:xfrm>
          <a:prstGeom prst="rect">
            <a:avLst/>
          </a:prstGeom>
          <a:solidFill>
            <a:srgbClr val="1E2761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34340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from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91840" y="4343400"/>
            <a:ext cx="4174236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56432" y="434340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onward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66076" y="4343400"/>
            <a:ext cx="4174236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30668" y="4343400"/>
            <a:ext cx="38450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 onward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3949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“Dirty” = might never really exist. “Non-repeatable” = real, but changed under you.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 — Isolation Across Databases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RDBMS implements the SQL standard's 4 levels the same way.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Isolation Levels Supported, by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920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68880" y="1417320"/>
            <a:ext cx="288036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417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Levels Supported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49240" y="1417320"/>
            <a:ext cx="173736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406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86600" y="1417320"/>
            <a:ext cx="4553712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78040" y="141732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Note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192024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" y="18745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(InnoDB)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68880" y="1874520"/>
            <a:ext cx="2880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96896" y="187452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49240" y="1874520"/>
            <a:ext cx="1737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77256" y="18745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1874520"/>
            <a:ext cx="455371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14616" y="1874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“textbook” implementation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1920240" cy="960120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65176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68880" y="2651760"/>
            <a:ext cx="2880360" cy="96012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96896" y="2651760"/>
            <a:ext cx="2624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(Read Committed,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Serializable, Read Only)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49240" y="2651760"/>
            <a:ext cx="1737360" cy="96012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77256" y="26517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86600" y="2651760"/>
            <a:ext cx="4553712" cy="96012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14616" y="26517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 &amp; REPEATABLE READ don't exist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1920240" cy="960120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" y="361188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68880" y="3611880"/>
            <a:ext cx="2880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96896" y="3611880"/>
            <a:ext cx="2624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all 4 names,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distinct behaviors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349240" y="3611880"/>
            <a:ext cx="1737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77256" y="361188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86600" y="3611880"/>
            <a:ext cx="45537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14616" y="36118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 silently = READ COMMITTED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192024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457200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468880" y="4572000"/>
            <a:ext cx="288036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96896" y="457200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+ extra “SNAPSHOT” level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349240" y="4572000"/>
            <a:ext cx="173736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77256" y="457200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86600" y="4572000"/>
            <a:ext cx="4553712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14616" y="45720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 5th level of its own (SNAPSHOT isolation)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“four isolation levels” is a standard's vocabulary, not a universal guarantee — verify what your specific engine actually implements.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D — Transaction Syntax Across DBMS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concept, slightly different keywords. Concept never changes — only the exact command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3736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0" y="1737360"/>
            <a:ext cx="384048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513832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73736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Isolation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73736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219456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286000" y="2194560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14016" y="2194560"/>
            <a:ext cx="3584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55138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2194560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SESSION TRANSACTION ISOLATION LEVEL ...;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07792"/>
            <a:ext cx="173736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" y="2907792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286000" y="2907792"/>
            <a:ext cx="384048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14016" y="2907792"/>
            <a:ext cx="3584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907792"/>
            <a:ext cx="5513832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54496" y="290779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ISOLATION LEVEL ...;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21024"/>
            <a:ext cx="173736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" y="3621024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286000" y="3621024"/>
            <a:ext cx="3840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14016" y="3621024"/>
            <a:ext cx="3584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TRANSACTION ...;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621024"/>
            <a:ext cx="55138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54496" y="362102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TRANSACTION ISOLATION LEVEL ...;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34256"/>
            <a:ext cx="173736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" y="4334256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286000" y="4334256"/>
            <a:ext cx="384048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14016" y="4334256"/>
            <a:ext cx="3584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TRANSACTION;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4334256"/>
            <a:ext cx="5513832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E1E7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54496" y="433425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TRANSACTION ISOLATION LEVEL ...;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367528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367528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 news: COMMIT; and ROLLBACK; are IDENTICAL in all four — only the START and SET ISOLATION statements differ in syntax.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Deliverables — What to Submit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8988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both terminal sessions side-by-side for the Atomicity test (A1), showing the ROLLBACK result.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6712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SUM(balance) checkpoints for the Consistency test (A2).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4436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Account A's balance before/after the server restart (A4).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21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for BOTH the Dirty Read and Non-Repeatable Read exercises, with your filled-in Observation boxes.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9884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answer (3–4 lines): in your own words, why is a dirty read more dangerous than a non-repeatable read?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7608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answer: which isolation level would you recommend for a banking application, and why?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Summary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ACID is provable, not just theoretical — you tested all four with real SQL.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Dirty Read = uncommitted, maybe-fake data. Non-Repeatable Read = committed, real, just changed mid-transaction.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0837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MySQL is the most complete, standard-compliant implementation of the 4 isolation levels.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667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Oracle, PostgreSQL and SQL Server each diverge from the standard in their own way.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25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Transaction syntax varies slightly by DBMS — but COMMIT / ROLLBACK stay constant everywhere.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2026-09-18T07:42:45Z</dcterms:created>
  <dcterms:modified xsi:type="dcterms:W3CDTF">2026-09-18T07:42:45Z</dcterms:modified>
</cp:coreProperties>
</file>